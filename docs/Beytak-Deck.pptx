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D42A2A"/>
          </a:solidFill>
          <a:ln/>
        </p:spPr>
      </p:sp>
      <p:pic>
        <p:nvPicPr>
          <p:cNvPr id="3" name="Image 0" descr="C:\Users\user\AppData\Local\Temp\claude\C--Users-user-Desktop-OCS-OCS-Final-Project\3ba25b5e-7e4f-4d05-895f-812b2d9d83cb\scratchpad\beytak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83080"/>
            <a:ext cx="2212848" cy="24414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2103120"/>
            <a:ext cx="7498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-60" kern="0" dirty="0">
                <a:solidFill>
                  <a:srgbClr val="0E11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it. Book it. Move in.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133088" y="3026664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property rental marketplace built for Jordan.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133088" y="3575304"/>
            <a:ext cx="777240" cy="41148"/>
          </a:xfrm>
          <a:prstGeom prst="rect">
            <a:avLst/>
          </a:prstGeom>
          <a:solidFill>
            <a:srgbClr val="D42A2A"/>
          </a:solidFill>
          <a:ln/>
        </p:spPr>
      </p:sp>
      <p:sp>
        <p:nvSpPr>
          <p:cNvPr id="7" name="Text 4"/>
          <p:cNvSpPr/>
          <p:nvPr/>
        </p:nvSpPr>
        <p:spPr>
          <a:xfrm>
            <a:off x="4133088" y="3867912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b="1" dirty="0">
                <a:solidFill>
                  <a:srgbClr val="0E11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Dawud Asasfeh</a:t>
            </a:r>
            <a:endParaRPr lang="en-US" sz="16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Orange Coding School — Final Project</a:t>
            </a:r>
            <a:endParaRPr lang="en-US" sz="16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ASP.NET Core · React · SQL Server · EF Core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42A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1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catalogue for renting a home in Jordan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777240" cy="41148"/>
          </a:xfrm>
          <a:prstGeom prst="rect">
            <a:avLst/>
          </a:prstGeom>
          <a:solidFill>
            <a:srgbClr val="D42A2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3520440" cy="3182112"/>
          </a:xfrm>
          <a:prstGeom prst="roundRect">
            <a:avLst>
              <a:gd name="adj" fmla="val 1724"/>
            </a:avLst>
          </a:prstGeom>
          <a:solidFill>
            <a:srgbClr val="F6F6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29384"/>
            <a:ext cx="3154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49808" y="2258568"/>
            <a:ext cx="3154680" cy="2523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39700" indent="-139700">
              <a:lnSpc>
                <a:spcPct val="150000"/>
              </a:lnSpc>
              <a:buSzPct val="100000"/>
              <a:buChar char="•"/>
            </a:pPr>
            <a:r>
              <a:rPr lang="en-US" sz="135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by city, type and price</a:t>
            </a:r>
            <a:endParaRPr lang="en-US" sz="1350" dirty="0"/>
          </a:p>
          <a:p>
            <a:pPr marL="139700" indent="-139700">
              <a:lnSpc>
                <a:spcPct val="150000"/>
              </a:lnSpc>
              <a:buSzPct val="100000"/>
              <a:buChar char="•"/>
            </a:pPr>
            <a:r>
              <a:rPr lang="en-US" sz="135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real availability</a:t>
            </a:r>
            <a:endParaRPr lang="en-US" sz="1350" dirty="0"/>
          </a:p>
          <a:p>
            <a:pPr marL="139700" indent="-139700">
              <a:lnSpc>
                <a:spcPct val="150000"/>
              </a:lnSpc>
              <a:buSzPct val="100000"/>
              <a:buChar char="•"/>
            </a:pPr>
            <a:r>
              <a:rPr lang="en-US" sz="135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Book, save and pay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20440" cy="3182112"/>
          </a:xfrm>
          <a:prstGeom prst="roundRect">
            <a:avLst>
              <a:gd name="adj" fmla="val 1724"/>
            </a:avLst>
          </a:prstGeom>
          <a:solidFill>
            <a:srgbClr val="FDEDED"/>
          </a:solidFill>
          <a:ln w="12700">
            <a:solidFill>
              <a:srgbClr val="D4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929384"/>
            <a:ext cx="3154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D42A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26280" y="2258568"/>
            <a:ext cx="3154680" cy="2523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39700" indent="-139700">
              <a:lnSpc>
                <a:spcPct val="150000"/>
              </a:lnSpc>
              <a:buSzPct val="100000"/>
              <a:buChar char="•"/>
            </a:pPr>
            <a:r>
              <a:rPr lang="en-US" sz="135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JOD a month</a:t>
            </a:r>
            <a:endParaRPr lang="en-US" sz="1350" dirty="0"/>
          </a:p>
          <a:p>
            <a:pPr marL="139700" indent="-139700">
              <a:lnSpc>
                <a:spcPct val="150000"/>
              </a:lnSpc>
              <a:buSzPct val="100000"/>
              <a:buChar char="•"/>
            </a:pPr>
            <a:r>
              <a:rPr lang="en-US" sz="135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commission</a:t>
            </a:r>
            <a:endParaRPr lang="en-US" sz="1350" dirty="0"/>
          </a:p>
          <a:p>
            <a:pPr marL="139700" indent="-139700">
              <a:lnSpc>
                <a:spcPct val="150000"/>
              </a:lnSpc>
              <a:buSzPct val="100000"/>
              <a:buChar char="•"/>
            </a:pPr>
            <a:r>
              <a:rPr lang="en-US" sz="135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bookings directly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119872" y="1783080"/>
            <a:ext cx="3520440" cy="3182112"/>
          </a:xfrm>
          <a:prstGeom prst="roundRect">
            <a:avLst>
              <a:gd name="adj" fmla="val 1724"/>
            </a:avLst>
          </a:prstGeom>
          <a:solidFill>
            <a:srgbClr val="F6F6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02752" y="1929384"/>
            <a:ext cx="3154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02752" y="2258568"/>
            <a:ext cx="3154680" cy="2523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39700" indent="-139700">
              <a:lnSpc>
                <a:spcPct val="150000"/>
              </a:lnSpc>
              <a:buSzPct val="100000"/>
              <a:buChar char="•"/>
            </a:pPr>
            <a:r>
              <a:rPr lang="en-US" sz="135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Moderate listings</a:t>
            </a:r>
            <a:endParaRPr lang="en-US" sz="1350" dirty="0"/>
          </a:p>
          <a:p>
            <a:pPr marL="139700" indent="-139700">
              <a:lnSpc>
                <a:spcPct val="150000"/>
              </a:lnSpc>
              <a:buSzPct val="100000"/>
              <a:buChar char="•"/>
            </a:pPr>
            <a:r>
              <a:rPr lang="en-US" sz="135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Activate subscriptions</a:t>
            </a:r>
            <a:endParaRPr lang="en-US" sz="1350" dirty="0"/>
          </a:p>
          <a:p>
            <a:pPr marL="139700" indent="-139700">
              <a:lnSpc>
                <a:spcPct val="150000"/>
              </a:lnSpc>
              <a:buSzPct val="100000"/>
              <a:buChar char="•"/>
            </a:pPr>
            <a:r>
              <a:rPr lang="en-US" sz="135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 testimonials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66928" y="523036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Architecture — Domain · Application · Infrastructure · API   |   Repository + Unit of Work   |   JWT auth   |   EF Core code-first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Beytak · بيتك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76127" y="638251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42A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&amp;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1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broken, and what Beytak does about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777240" cy="41148"/>
          </a:xfrm>
          <a:prstGeom prst="rect">
            <a:avLst/>
          </a:prstGeom>
          <a:solidFill>
            <a:srgbClr val="D42A2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17904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D42A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916168" y="1517904"/>
            <a:ext cx="5715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BEYTAK ANSWERS IT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5074920" cy="914400"/>
          </a:xfrm>
          <a:prstGeom prst="roundRect">
            <a:avLst>
              <a:gd name="adj" fmla="val 5000"/>
            </a:avLst>
          </a:prstGeom>
          <a:solidFill>
            <a:srgbClr val="FDEDED"/>
          </a:solidFill>
          <a:ln w="12700">
            <a:solidFill>
              <a:srgbClr val="FDED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920240"/>
            <a:ext cx="463600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01F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Listings scattered across Facebook and classifieds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0136" y="1920240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16168" y="1920240"/>
            <a:ext cx="5715000" cy="91440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35624" y="1920240"/>
            <a:ext cx="527608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searchable catalogue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074920" cy="914400"/>
          </a:xfrm>
          <a:prstGeom prst="roundRect">
            <a:avLst>
              <a:gd name="adj" fmla="val 5000"/>
            </a:avLst>
          </a:prstGeom>
          <a:solidFill>
            <a:srgbClr val="FDEDED"/>
          </a:solidFill>
          <a:ln w="12700">
            <a:solidFill>
              <a:srgbClr val="FDED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3008376"/>
            <a:ext cx="463600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01F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Dates agreed verbally, so properties double-book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0136" y="3008376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16168" y="3008376"/>
            <a:ext cx="5715000" cy="91440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35624" y="3008376"/>
            <a:ext cx="527608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server refuses overlapping dates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096512"/>
            <a:ext cx="5074920" cy="914400"/>
          </a:xfrm>
          <a:prstGeom prst="roundRect">
            <a:avLst>
              <a:gd name="adj" fmla="val 5000"/>
            </a:avLst>
          </a:prstGeom>
          <a:solidFill>
            <a:srgbClr val="FDEDED"/>
          </a:solidFill>
          <a:ln w="12700">
            <a:solidFill>
              <a:srgbClr val="FDED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4096512"/>
            <a:ext cx="463600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01F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Brokers take a month’s rent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0136" y="4096512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16168" y="4096512"/>
            <a:ext cx="5715000" cy="91440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35624" y="4096512"/>
            <a:ext cx="527608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commission — 20 JOD a month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184648"/>
            <a:ext cx="5074920" cy="914400"/>
          </a:xfrm>
          <a:prstGeom prst="roundRect">
            <a:avLst>
              <a:gd name="adj" fmla="val 5000"/>
            </a:avLst>
          </a:prstGeom>
          <a:solidFill>
            <a:srgbClr val="FDEDED"/>
          </a:solidFill>
          <a:ln w="12700">
            <a:solidFill>
              <a:srgbClr val="FDED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184648"/>
            <a:ext cx="463600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01F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price moves after both sides agree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0136" y="5184648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16168" y="5184648"/>
            <a:ext cx="5715000" cy="91440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35624" y="5184648"/>
            <a:ext cx="527608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price is locked at booking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Beytak · بيتك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76127" y="638251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42A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MODEL CANVAS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1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Beytak sustains itself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777240" cy="41148"/>
          </a:xfrm>
          <a:prstGeom prst="rect">
            <a:avLst/>
          </a:prstGeom>
          <a:solidFill>
            <a:srgbClr val="D42A2A"/>
          </a:solidFill>
          <a:ln/>
        </p:spPr>
      </p:sp>
      <p:sp>
        <p:nvSpPr>
          <p:cNvPr id="5" name="Shape 3"/>
          <p:cNvSpPr/>
          <p:nvPr/>
        </p:nvSpPr>
        <p:spPr>
          <a:xfrm>
            <a:off x="411480" y="1572768"/>
            <a:ext cx="2216506" cy="3127248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9496" y="1664208"/>
            <a:ext cx="196047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PARTNERS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539496" y="1865376"/>
            <a:ext cx="1960474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Property owners and small landlords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 and SQL Server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Orange Coding School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providers (future)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2701138" y="1572768"/>
            <a:ext cx="2216506" cy="1527048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29154" y="1664208"/>
            <a:ext cx="196047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ACTIVITIES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2829154" y="1865376"/>
            <a:ext cx="196047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Listing moderation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Conflict enforcement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 verification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701138" y="3172968"/>
            <a:ext cx="2216506" cy="1527048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29154" y="3264408"/>
            <a:ext cx="196047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RESOURCES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2829154" y="3465576"/>
            <a:ext cx="196047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platform itself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Listing and booking records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Subscribed owner base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90795" y="1572768"/>
            <a:ext cx="2216506" cy="3127248"/>
          </a:xfrm>
          <a:prstGeom prst="roundRect">
            <a:avLst>
              <a:gd name="adj" fmla="val 2063"/>
            </a:avLst>
          </a:prstGeom>
          <a:solidFill>
            <a:srgbClr val="FDEDED"/>
          </a:solidFill>
          <a:ln w="13970">
            <a:solidFill>
              <a:srgbClr val="D4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18811" y="1664208"/>
            <a:ext cx="196047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D42A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 PROPOSITIONS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5118811" y="1865376"/>
            <a:ext cx="1960474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catalogue, not scattered posts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double booking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commission — 20 JOD a month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 locked at booking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and renter deal directly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280453" y="1572768"/>
            <a:ext cx="2216506" cy="1527048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8469" y="1664208"/>
            <a:ext cx="196047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RELATIONSHIPS</a:t>
            </a:r>
            <a:endParaRPr lang="en-US" sz="760" dirty="0"/>
          </a:p>
        </p:txBody>
      </p:sp>
      <p:sp>
        <p:nvSpPr>
          <p:cNvPr id="19" name="Text 17"/>
          <p:cNvSpPr/>
          <p:nvPr/>
        </p:nvSpPr>
        <p:spPr>
          <a:xfrm>
            <a:off x="7408469" y="1865376"/>
            <a:ext cx="196047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 web app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moderation and support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owner-to-renter contact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7280453" y="3172968"/>
            <a:ext cx="2216506" cy="1527048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8469" y="3264408"/>
            <a:ext cx="196047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CHANNELS</a:t>
            </a:r>
            <a:endParaRPr lang="en-US" sz="760" dirty="0"/>
          </a:p>
        </p:txBody>
      </p:sp>
      <p:sp>
        <p:nvSpPr>
          <p:cNvPr id="22" name="Text 20"/>
          <p:cNvSpPr/>
          <p:nvPr/>
        </p:nvSpPr>
        <p:spPr>
          <a:xfrm>
            <a:off x="7408469" y="3465576"/>
            <a:ext cx="196047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Responsive web application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Search, filters and calendar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 released on confirmation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9570110" y="1572768"/>
            <a:ext cx="2216506" cy="3127248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98126" y="1664208"/>
            <a:ext cx="196047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SEGMENTS</a:t>
            </a: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9698126" y="1865376"/>
            <a:ext cx="1960474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Renters — students and families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 — one to five properties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account can be both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Admins — internal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11480" y="4773168"/>
            <a:ext cx="5650992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" y="4864608"/>
            <a:ext cx="5394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5B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STRUCTURE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539496" y="506577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Hosting, database, image storage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Development and maintenance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Moderation and support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135624" y="4773168"/>
            <a:ext cx="5650992" cy="1298448"/>
          </a:xfrm>
          <a:prstGeom prst="roundRect">
            <a:avLst>
              <a:gd name="adj" fmla="val 3521"/>
            </a:avLst>
          </a:prstGeom>
          <a:solidFill>
            <a:srgbClr val="FDEDED"/>
          </a:solidFill>
          <a:ln w="13970">
            <a:solidFill>
              <a:srgbClr val="D42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864608"/>
            <a:ext cx="5394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D42A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STREAMS</a:t>
            </a:r>
            <a:endParaRPr lang="en-US" sz="760" dirty="0"/>
          </a:p>
        </p:txBody>
      </p:sp>
      <p:sp>
        <p:nvSpPr>
          <p:cNvPr id="31" name="Text 29"/>
          <p:cNvSpPr/>
          <p:nvPr/>
        </p:nvSpPr>
        <p:spPr>
          <a:xfrm>
            <a:off x="6263640" y="506577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subscriptions — 20 JOD a month (only revenue today)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commission on bookings</a:t>
            </a:r>
            <a:endParaRPr lang="en-US" sz="920" dirty="0"/>
          </a:p>
          <a:p>
            <a:pPr marL="139700" indent="-139700">
              <a:lnSpc>
                <a:spcPct val="122000"/>
              </a:lnSpc>
              <a:buSzPct val="100000"/>
              <a:buChar char="•"/>
            </a:pPr>
            <a:r>
              <a:rPr lang="en-US" sz="920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Featured listings (future)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Beytak · بيتك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76127" y="638251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Orange Coding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Beytak — Property Rental Marketplace</dc:title>
  <dc:subject>PptxGenJS Presentation</dc:subject>
  <dc:creator>Dawud Asasfeh</dc:creator>
  <cp:lastModifiedBy>Dawud Asasfeh</cp:lastModifiedBy>
  <cp:revision>1</cp:revision>
  <dcterms:created xsi:type="dcterms:W3CDTF">2026-09-09T11:01:03Z</dcterms:created>
  <dcterms:modified xsi:type="dcterms:W3CDTF">2026-09-09T11:01:03Z</dcterms:modified>
</cp:coreProperties>
</file>