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42A2A"/>
          </a:solidFill>
          <a:ln/>
        </p:spPr>
      </p:sp>
      <p:pic>
        <p:nvPicPr>
          <p:cNvPr id="3" name="Image 0" descr="C:\Users\user\AppData\Local\Temp\claude\C--Users-user-Desktop-OCS-OCS-Final-Project\3ba25b5e-7e4f-4d05-895f-812b2d9d83cb\scratchpad\beyta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3080"/>
            <a:ext cx="2212848" cy="2441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21031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60" kern="0" dirty="0">
                <a:solidFill>
                  <a:srgbClr val="0E1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it. Book it. Move in.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33088" y="302666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property rental marketplace built for Jordan.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33088" y="3575304"/>
            <a:ext cx="777240" cy="41148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7" name="Text 4"/>
          <p:cNvSpPr/>
          <p:nvPr/>
        </p:nvSpPr>
        <p:spPr>
          <a:xfrm>
            <a:off x="4133088" y="3867912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0E1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Dawud Asasfeh</a:t>
            </a:r>
            <a:endParaRPr lang="en-US" sz="16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Orange Coding School — Final Project</a:t>
            </a:r>
            <a:endParaRPr lang="en-US" sz="16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Core · React · SQL Server · EF Core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catalogue for renting a home in Jordan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777240" cy="41148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642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— Arabic for “your home” — is a rental marketplace for the Jordanian market. Owners publish apartments, houses, villas, studios and rooms; renters filter by city and specification, see genuine availability, and reserve for a defined period. One unified booking model covers a one-week stay and a one-year lease alike.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514600"/>
            <a:ext cx="3520440" cy="2487168"/>
          </a:xfrm>
          <a:prstGeom prst="roundRect">
            <a:avLst>
              <a:gd name="adj" fmla="val 2206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6090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916936"/>
            <a:ext cx="31546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city, type, period, beds, price and furnishing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an availability calendar before choosing dates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 booking; save properties to a shortlist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 payment against a confirmed booking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520440" cy="2487168"/>
          </a:xfrm>
          <a:prstGeom prst="roundRect">
            <a:avLst>
              <a:gd name="adj" fmla="val 2206"/>
            </a:avLst>
          </a:prstGeom>
          <a:solidFill>
            <a:srgbClr val="FDEDED"/>
          </a:solidFill>
          <a:ln w="12700">
            <a:solidFill>
              <a:srgbClr val="D4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66090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26280" y="2916936"/>
            <a:ext cx="31546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 at 20 JOD a month — no commission taken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listings with a structured specification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and confirm booking requests directly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Delist a property without losing its booking history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2514600"/>
            <a:ext cx="3520440" cy="2487168"/>
          </a:xfrm>
          <a:prstGeom prst="roundRect">
            <a:avLst>
              <a:gd name="adj" fmla="val 2206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266090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02752" y="2916936"/>
            <a:ext cx="31546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 listings and testimonials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and activate subscription payments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in the critical path of a new listing</a:t>
            </a:r>
            <a:endParaRPr lang="en-US" sz="1050" dirty="0"/>
          </a:p>
          <a:p>
            <a:pPr marL="139700" indent="-1397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testimonials before they appear publicly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523036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Architecture — Domain · Application · Infrastructure · API   |   Repository + Unit of Work   |   JWT auth   |   EF Core code-first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· بيتك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broken, and what Beytak does about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777240" cy="41148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16168" y="1517904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BEYTAK ANSWERS 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883664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83664"/>
            <a:ext cx="46360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scattered across Facebook groups and classifieds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0136" y="1883664"/>
            <a:ext cx="237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16168" y="1883664"/>
            <a:ext cx="5715000" cy="896112"/>
          </a:xfrm>
          <a:prstGeom prst="roundRect">
            <a:avLst>
              <a:gd name="adj" fmla="val 510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5624" y="1883664"/>
            <a:ext cx="5276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searchable catalogue with a consistent schema for every property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44368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944368"/>
            <a:ext cx="46360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Dates agreed verbally, so properties get double-booked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0136" y="2944368"/>
            <a:ext cx="237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16168" y="2944368"/>
            <a:ext cx="5715000" cy="896112"/>
          </a:xfrm>
          <a:prstGeom prst="roundRect">
            <a:avLst>
              <a:gd name="adj" fmla="val 510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2944368"/>
            <a:ext cx="5276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rejects any overlapping range, and enforces turnover days between tenants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05072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005072"/>
            <a:ext cx="46360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Brokers take a month’s rent to make an introduction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0136" y="4005072"/>
            <a:ext cx="237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16168" y="4005072"/>
            <a:ext cx="5715000" cy="896112"/>
          </a:xfrm>
          <a:prstGeom prst="roundRect">
            <a:avLst>
              <a:gd name="adj" fmla="val 510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4005072"/>
            <a:ext cx="5276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commission. Owners pay a flat 20 JOD a month and deal with renters directly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065776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065776"/>
            <a:ext cx="46360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price shifts after both sides have agreed 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0136" y="5065776"/>
            <a:ext cx="237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16168" y="5065776"/>
            <a:ext cx="5715000" cy="896112"/>
          </a:xfrm>
          <a:prstGeom prst="roundRect">
            <a:avLst>
              <a:gd name="adj" fmla="val 510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5065776"/>
            <a:ext cx="5276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total is snapshotted onto the booking, so a later price change cannot alter 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· بيتك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 CANVAS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Beytak sustains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777240" cy="41148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572768"/>
            <a:ext cx="2216506" cy="3127248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6642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PARTNERS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39496" y="1865376"/>
            <a:ext cx="196047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owners and small landlords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and SQL Server infrastructure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Orange Coding School (academic)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providers — future scope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701138" y="1572768"/>
            <a:ext cx="2216506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9154" y="16642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ACTIVITIES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2829154" y="1865376"/>
            <a:ext cx="196047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moderation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Booking-conflict enforcement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verification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01138" y="3172968"/>
            <a:ext cx="2216506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9154" y="32644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RESOURCES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829154" y="3465576"/>
            <a:ext cx="196047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itself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and booking records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Subscribed owner base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990795" y="1572768"/>
            <a:ext cx="2216506" cy="3127248"/>
          </a:xfrm>
          <a:prstGeom prst="roundRect">
            <a:avLst>
              <a:gd name="adj" fmla="val 2063"/>
            </a:avLst>
          </a:prstGeom>
          <a:solidFill>
            <a:srgbClr val="FDEDED"/>
          </a:solidFill>
          <a:ln w="13970">
            <a:solidFill>
              <a:srgbClr val="D4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8811" y="16642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PROPOSITIONS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5118811" y="1865376"/>
            <a:ext cx="196047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structured catalogue, not scattered posts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that cannot be double-booked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commission — a flat 20 JOD a month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agreed price is the price that stands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and renter deal directly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280453" y="1572768"/>
            <a:ext cx="2216506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8469" y="16642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RELATIONSHIPS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7408469" y="1865376"/>
            <a:ext cx="196047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web app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moderation and support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owner-to-renter contact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280453" y="3172968"/>
            <a:ext cx="2216506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8469" y="32644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7408469" y="3465576"/>
            <a:ext cx="196047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web application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filters and calendar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released on confirmation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570110" y="1572768"/>
            <a:ext cx="2216506" cy="3127248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8126" y="1664208"/>
            <a:ext cx="196047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9698126" y="1865376"/>
            <a:ext cx="196047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Renters — students, young professionals and families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— individuals with one to five properties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account can be both, in different transactions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 — internal operators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11480" y="4773168"/>
            <a:ext cx="565099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486460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STRUCTURE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539496" y="506577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Hosting, database and image storage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and ongoing maintenance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 and support time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135624" y="4773168"/>
            <a:ext cx="5650992" cy="1298448"/>
          </a:xfrm>
          <a:prstGeom prst="roundRect">
            <a:avLst>
              <a:gd name="adj" fmla="val 3521"/>
            </a:avLst>
          </a:prstGeom>
          <a:solidFill>
            <a:srgbClr val="FDEDED"/>
          </a:solidFill>
          <a:ln w="13970">
            <a:solidFill>
              <a:srgbClr val="D4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86460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6263640" y="506577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subscriptions — 20 JOD per month, the only revenue today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commission on bookings, by design</a:t>
            </a:r>
            <a:endParaRPr lang="en-US" sz="820" dirty="0"/>
          </a:p>
          <a:p>
            <a:pPr marL="139700" indent="-139700">
              <a:lnSpc>
                <a:spcPct val="110000"/>
              </a:lnSpc>
              <a:buSzPct val="100000"/>
              <a:buChar char="•"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 or promoted listings — potential future stream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· بيتك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Orange Coding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Beytak — Property Rental Marketplace</dc:title>
  <dc:subject>PptxGenJS Presentation</dc:subject>
  <dc:creator>Dawud Asasfeh</dc:creator>
  <cp:lastModifiedBy>Dawud Asasfeh</cp:lastModifiedBy>
  <cp:revision>1</cp:revision>
  <dcterms:created xsi:type="dcterms:W3CDTF">2026-09-09T10:50:35Z</dcterms:created>
  <dcterms:modified xsi:type="dcterms:W3CDTF">2026-09-09T10:50:35Z</dcterms:modified>
</cp:coreProperties>
</file>