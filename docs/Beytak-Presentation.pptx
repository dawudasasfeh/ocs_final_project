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31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0"/>
            <a:ext cx="45720" cy="5143500"/>
          </a:xfrm>
          <a:prstGeom prst="rect">
            <a:avLst/>
          </a:prstGeom>
          <a:solidFill>
            <a:srgbClr val="B01F1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بيتك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Renting a home in Jordan runs on phone calls,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screenshots and trust. Beytak gives it structure.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794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property rental marketplace for Jordan — by the week, the month or the year.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4343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Dawud Asasfeh  ·  Orange Coding School  ·  Final project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بيتك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7C9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home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Renting here is arranged, not managed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8138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50292" cy="78638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261872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Listings live in Facebook groups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across groups and classifieds, frequently stale. Owners re-post the same flat by hand, week after week.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066544"/>
            <a:ext cx="8138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66544"/>
            <a:ext cx="50292" cy="78638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157984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Dates are agreed over WhatsApp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13232" y="24048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stops two people being promised the same weeks. The owner is the only calendar, and they are not always looking at it.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62656"/>
            <a:ext cx="8138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62656"/>
            <a:ext cx="50292" cy="78638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054096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numbers are public to everyone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33009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number on an open listing is a number anyone can harvest, whether or not they ever intend to rent.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858768"/>
            <a:ext cx="81381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858768"/>
            <a:ext cx="50292" cy="78638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95020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record of what was agreed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" y="41970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Price, dates and deposits live in a chat thread. When they are disputed it is one person's word against another's.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 بيتك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place, with the rules built 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is enforced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Overlapping dates are refused, not negotiated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property keeps a turnover gap between stays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price is fixed at the moment of booking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18872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38144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are earned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38144" y="1609344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Guests see a masked number: 079048XXXX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Signing in reveals the owner's number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parties' numbers appear only once a booking is confirmed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44184" y="118872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325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listing is reviewed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08776" y="1609344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reaches renters until an administrator approves it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Editing an approved listing sends it back for review</a:t>
            </a:r>
            <a:endParaRPr lang="en-US" sz="9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see exactly why a listing is not visible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BOOKING HAPPENS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DEDED"/>
          </a:solidFill>
          <a:ln w="9525">
            <a:solidFill>
              <a:srgbClr val="D4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563624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700784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00784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Lists a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61488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98648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98648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59352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96512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96512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Renter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dates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157216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294376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94376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55080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92240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52944" y="3648456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690104" y="3520440"/>
            <a:ext cx="1060704" cy="713232"/>
          </a:xfrm>
          <a:prstGeom prst="roundRect">
            <a:avLst>
              <a:gd name="adj" fmla="val 7692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90104" y="3593592"/>
            <a:ext cx="10607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</a:t>
            </a:r>
            <a:endParaRPr lang="en-US" sz="8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never touches the money. It records what the two parties agreed, and who confirmed it.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 بيتك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and working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88720"/>
            <a:ext cx="2606040" cy="45720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renters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64592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by city, type, period, price, rooms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dates and see the total before committing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properties to a wishlist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Cancel a request while it is pending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273552" y="118872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188720"/>
            <a:ext cx="2606040" cy="45720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11" name="Text 9"/>
          <p:cNvSpPr/>
          <p:nvPr/>
        </p:nvSpPr>
        <p:spPr>
          <a:xfrm>
            <a:off x="3438144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owners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8144" y="164592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a listing with photographs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or decline requests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and confirm payments received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for 20 JOD a month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044184" y="1188720"/>
            <a:ext cx="260604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4184" y="1188720"/>
            <a:ext cx="2606040" cy="45720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08776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administrators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08776" y="1645920"/>
            <a:ext cx="230428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every listing before it appears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 testimonials</a:t>
            </a:r>
            <a:endParaRPr lang="en-US" sz="87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7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subscription payments, which grants the subscription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" y="375818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10 Web API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176272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1136" y="375818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Architecture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3849624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375818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 Core · SQL Server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522976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75818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196328" y="37033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6F6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51192" y="3758184"/>
            <a:ext cx="14447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· Vite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502920" y="43434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 automated API checks covering booking overlap, the turnover gap, contact privacy and role boundaries — all passing.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 بيتك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2A2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 CANVAS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Beytak sustains itself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7452" y="114300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" y="120700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PARTNERS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8892" y="1389888"/>
            <a:ext cx="1508760" cy="2020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Property owners and small agents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 and CliQ for transfers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hosting provider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housing offices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61388" y="1143000"/>
            <a:ext cx="167335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2828" y="120700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ACTIVITIES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52828" y="1389888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Moderating listings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the platform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Confirming subscriptions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 and disputes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961388" y="2359152"/>
            <a:ext cx="167335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2828" y="2423160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RESOURCES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52828" y="260604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platform itself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listing database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Beytak brand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small moderation team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35324" y="114300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DEDED"/>
          </a:solidFill>
          <a:ln w="9525">
            <a:solidFill>
              <a:srgbClr val="D4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6764" y="120700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PROPOSITION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26764" y="1389888"/>
            <a:ext cx="1508760" cy="2020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Owners: reach renters without reposting, keep control of dates, one flat fee and no commission on rent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Renters: free to use, reviewed listings, dates that cannot be double-booked, and the owner's number once it is agreed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509260" y="1143000"/>
            <a:ext cx="167335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00700" y="120700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RELATIONSHIPS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00700" y="1389888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for both sides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 moderate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and renter deal directly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509260" y="2359152"/>
            <a:ext cx="1673352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00700" y="2423160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00700" y="2606040"/>
            <a:ext cx="1508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Beytak web app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Facebook rental groups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noticeboards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of mouth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283196" y="1143000"/>
            <a:ext cx="1673352" cy="23317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4636" y="1207008"/>
            <a:ext cx="1490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SEGMENTS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74636" y="1389888"/>
            <a:ext cx="1508760" cy="2020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 of flats, villas, studios and rooms in Amman, Irbid, Zarqa and Aqaba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near Yarmouk and JU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Families relocating within Jordan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Longer-stay visitors and returning expatriates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7452" y="3575304"/>
            <a:ext cx="344728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" y="3639312"/>
            <a:ext cx="32644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1F23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STRUCTURE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8892" y="3822192"/>
            <a:ext cx="3282696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Hosting, domain and image storage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 time — every listing is reviewed by a person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Development and maintenance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to owners, who are the paying side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735324" y="3575304"/>
            <a:ext cx="5221224" cy="960120"/>
          </a:xfrm>
          <a:prstGeom prst="roundRect">
            <a:avLst>
              <a:gd name="adj" fmla="val 5714"/>
            </a:avLst>
          </a:prstGeom>
          <a:solidFill>
            <a:srgbClr val="FDEDED"/>
          </a:solidFill>
          <a:ln w="9525">
            <a:solidFill>
              <a:srgbClr val="D42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6764" y="3639312"/>
            <a:ext cx="5038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STREAMS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26764" y="3822192"/>
            <a:ext cx="5056632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 subscription — 20 JOD per month, charged whether or not a property is rented. Renters pay nothing.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commission on rent: Beytak never handles the money, so it cannot take a cut of it.</a:t>
            </a:r>
            <a:endParaRPr lang="en-US" sz="7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Later: featured placement in search, and a verified-owner badge.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2920" y="47594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2A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Beytak  بيتك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83880" y="47594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693</Words>
  <Application>Microsoft Office PowerPoint</Application>
  <PresentationFormat>On-screen Show (16:9)</PresentationFormat>
  <Paragraphs>133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Beytak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Beytak — Property rental marketplace for Jordan</dc:title>
  <dc:subject>PptxGenJS Presentation</dc:subject>
  <dc:creator>Dawud Asasfeh</dc:creator>
  <cp:lastModifiedBy>user</cp:lastModifiedBy>
  <cp:revision>2</cp:revision>
  <dcterms:created xsi:type="dcterms:W3CDTF">2026-09-06T20:24:43Z</dcterms:created>
  <dcterms:modified xsi:type="dcterms:W3CDTF">2026-09-06T20:26:38Z</dcterms:modified>
</cp:coreProperties>
</file>